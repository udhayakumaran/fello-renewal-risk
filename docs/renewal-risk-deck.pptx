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Risk Call List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call this Monday, and why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only. Results describe the pipeline, not real customers.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problem is limited call time, not a missing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CSM owns about 120 accounts and can make 15–20 calls a week.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live in five systems, so nobody sees a customer's full picture.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renewals were lost last quarter, and the signals were already in the data.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each week, rank the renewals most likely to be lost, weighted by money, with the reasons.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disagreed with the request, and why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/ yellow / green score hides how sure we are and what is at stake. We rank by risk × money instead.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Auto-emailing customers who look at risk can cause the loss it is meant to prevent. Alerts go to the CSM.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automatic customer message: a card-update reminder when a payment fails.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"Nothing slips" can't be promised with limited capacity. We make the limited time count, and show unknowns as unknown.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lost renewals can't train or test a model. We use three years of history.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for five sources, about 201,000 event rows, messy on purpose (late, duplicated, unlinked, missing).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to one customer by email domain, then company name. Unmatched records are kept, not dropped.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only from what the system had received on the scoring date, so the model can't see the future.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fit on past renewals, written by hand so every reason can be checked.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job that publishes only when a whole org's run succeeds. A failed run is logged, never shown.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CSM app with tenant isolation enforced in the database, not the app.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CSM opens on Monday</a:t>
            </a:r>
            <a:endParaRPr lang="en-US" sz="3000" dirty="0"/>
          </a:p>
        </p:txBody>
      </p:sp>
      <p:pic>
        <p:nvPicPr>
          <p:cNvPr id="3" name="Image 0" descr="/home/udhayakumar/projects/interviews/assignments/fello-take-home/docs/screenshots/csm-list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680960" cy="4846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0" y="1463040"/>
            <a:ext cx="32918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are this week's calls.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shows the chance of leaving, money at risk, and the main reasons.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we can't score are listed as unknown, never safe.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back to a record</a:t>
            </a:r>
            <a:endParaRPr lang="en-US" sz="3000" dirty="0"/>
          </a:p>
        </p:txBody>
      </p:sp>
      <p:pic>
        <p:nvPicPr>
          <p:cNvPr id="3" name="Image 0" descr="/home/udhayakumar/projects/interviews/assignments/fello-take-home/docs/screenshots/csm-trace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4800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89520" y="1463040"/>
            <a:ext cx="4206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reason: the model's weight × how far this account is from the average.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IDs behind each reason are listed.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recomputes every published score from its stored reasons.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run, model version, and data date are shown.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beats the simple rule, with wide ranges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55778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6B6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6B6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6B6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rule (usage drop)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AUC: 1.0 perfect, 0.5 coin flip (95% range)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(0.65–0.85)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 (0.51–0.69)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Leavers in each CSM's top 15 (of 29)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29 leavers in the test window, so ranges are wide.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0.83 was before we stopped counting failed cards as departures and removed days-to-renewal as an input.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generated, so this shows the pipeline works, not performance on real customers.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does on its own, and what it never does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nightly without anyone starting it. Verified: a scheduled run fired and published on its own.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an org only when all its steps succeed. A forced failure left the last good run in place.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email: only the card-update reminder. Never a churn or check-in email.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Opted-out customers get no reminder. Accounts a CSM contacted in the last 14 days get their alert marked suppressed.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isolation: a session for one org can't read another org's rows. Tested through the API and the database.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business still has to confirm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basis to read Gmail metadata (we store no message content; Gmail is not used in scoring).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approves turning on automatic messages, and who approves the reminder wording.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leaving. We count cancellations and never-attempted renewal invoices; failed cards are support cases.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opt-outs are recorded, and whether Salesforce owners are current.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call actually saves a customer. We log calls, but we have no experiment yet.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first at 10x, and the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nightly job rescans everything in memory. Needs incremental features and a queue per org.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One scheduler process. A second copy would double-run. Needs a lock per org.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Row-level checks on a large event table need partitioning by org and month.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Alerts from old runs pile up. Close them when a newer run publishes.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deploy to a host (needs your choice and approval), connect real sources, and measure whether calls work.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Renewal Risk Call List</dc:title>
  <dc:subject>PptxGenJS Presentation</dc:subject>
  <dc:creator>PptxGenJS</dc:creator>
  <cp:lastModifiedBy>PptxGenJS</cp:lastModifiedBy>
  <cp:revision>1</cp:revision>
  <dcterms:created xsi:type="dcterms:W3CDTF">2026-10-15T12:53:30Z</dcterms:created>
  <dcterms:modified xsi:type="dcterms:W3CDTF">2026-10-15T12:53:30Z</dcterms:modified>
</cp:coreProperties>
</file>